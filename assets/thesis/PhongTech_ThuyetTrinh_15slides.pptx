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72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8195"/>
                </a:solidFill>
              </a:rPr>
              <a:t>ĐỒ ÁN THIẾT KẾ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124712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42E38"/>
                </a:solidFill>
              </a:rPr>
              <a:t>Xây dựng website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42E38"/>
                </a:solidFill>
              </a:rPr>
              <a:t>bán thiết bị điện tử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42E38"/>
                </a:solidFill>
              </a:rPr>
              <a:t>và sản phẩm công nghệ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E8790"/>
                </a:solidFill>
              </a:rPr>
              <a:t>PhongTech • Frontend demo bằng HTML, CSS, JavaScript và Bootstrap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5148072"/>
            <a:ext cx="4480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42E38"/>
                </a:solidFill>
              </a:rPr>
              <a:t>Sinh viên: Vòng Tiến Phong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42E38"/>
                </a:solidFill>
              </a:rPr>
              <a:t>MSSV: 110125130 • Lớp: DA25TTB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42E38"/>
                </a:solidFill>
              </a:rPr>
              <a:t>GVHD: ThS. Nguyễn Ngọc Đan Thanh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0" y="658368"/>
            <a:ext cx="5715000" cy="539496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7" name="Image 0" descr="/mnt/data/report_update_assets/screen_1.png"/>
          <p:cNvPicPr>
            <a:picLocks noChangeAspect="1"/>
          </p:cNvPicPr>
          <p:nvPr/>
        </p:nvPicPr>
        <p:blipFill>
          <a:blip r:embed="rId3"/>
          <a:srcRect r="39490" b="12000"/>
          <a:stretch/>
        </p:blipFill>
        <p:spPr>
          <a:xfrm>
            <a:off x="6080760" y="960120"/>
            <a:ext cx="5285232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LỘ TRÌNH BÁO CÁO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66928" cy="384048"/>
          </a:xfrm>
          <a:prstGeom prst="rect">
            <a:avLst/>
          </a:prstGeom>
          <a:solidFill>
            <a:srgbClr val="2B819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399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E38"/>
                </a:solidFill>
              </a:rPr>
              <a:t>Tổng quan đề tài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790"/>
                </a:solidFill>
              </a:rPr>
              <a:t>Lý do, mục tiêu và phạm vi demo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66928" cy="384048"/>
          </a:xfrm>
          <a:prstGeom prst="rect">
            <a:avLst/>
          </a:prstGeom>
          <a:solidFill>
            <a:srgbClr val="49A8B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E38"/>
                </a:solidFill>
              </a:rPr>
              <a:t>Cơ sở lý thuyết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24414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790"/>
                </a:solidFill>
              </a:rPr>
              <a:t>HTML, CSS, JavaScript, Bootstrap, localStorage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566928" cy="384048"/>
          </a:xfrm>
          <a:prstGeom prst="rect">
            <a:avLst/>
          </a:prstGeom>
          <a:solidFill>
            <a:srgbClr val="2B819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535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E38"/>
                </a:solidFill>
              </a:rPr>
              <a:t>Phân tích thiết kế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32186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790"/>
                </a:solidFill>
              </a:rPr>
              <a:t>Yêu cầu, dữ liệu, chức năng và giao diện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566928" cy="384048"/>
          </a:xfrm>
          <a:prstGeom prst="rect">
            <a:avLst/>
          </a:prstGeom>
          <a:solidFill>
            <a:srgbClr val="49A8B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E38"/>
                </a:solidFill>
              </a:rPr>
              <a:t>Kết quả thực nghiệm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3995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790"/>
                </a:solidFill>
              </a:rPr>
              <a:t>Giao diện, kiểm thử và đánh giá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566928" cy="384048"/>
          </a:xfrm>
          <a:prstGeom prst="rect">
            <a:avLst/>
          </a:prstGeom>
          <a:solidFill>
            <a:srgbClr val="2B819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507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E38"/>
                </a:solidFill>
              </a:rPr>
              <a:t>Kết luận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47731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790"/>
                </a:solidFill>
              </a:rPr>
              <a:t>Kết quả đạt được và hướng phát triển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5806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21" name="Image 0" descr="/mnt/data/report_update_assets/screen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61" y="1280160"/>
            <a:ext cx="4998998" cy="4389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đề tài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LÝ DO CHỌN ĐỀ TÀI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89204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Người dùng có nhu cầu tra cứu, so sánh và chọn thiết bị công nghệ trực tuyến.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Đề tài giúp vận dụng kiến thức HTML, CSS, JavaScript và Bootstrap vào một sản phẩm cụ thể.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PhongTech là website frontend demo, mô phỏng các thao tác mua sắm cơ bản.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Sản phẩm phù hợp để trình bày, kiểm thử và mở rộng thành hệ thống có backend sau này.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4617720"/>
            <a:ext cx="5074920" cy="77724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mong muốn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chạy được, giao diện rõ ràng, có danh mục riêng, chi tiết sản phẩm, giỏ hàng và liên hệ.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144768" y="128016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0" descr="/mnt/data/report_update_assets/scree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914952"/>
            <a:ext cx="5166360" cy="31652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và mục tiêu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WEBSITE FRONTEND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8195"/>
                </a:solidFill>
              </a:rPr>
              <a:t>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790"/>
                </a:solidFill>
              </a:rPr>
              <a:t>sản phẩm thật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8195"/>
                </a:solidFill>
              </a:rPr>
              <a:t>06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2044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790"/>
                </a:solidFill>
              </a:rPr>
              <a:t>danh mục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8195"/>
                </a:solidFill>
              </a:rPr>
              <a:t>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790"/>
                </a:solidFill>
              </a:rPr>
              <a:t>trang giao diện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8195"/>
                </a:solidFill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09828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790"/>
                </a:solidFill>
              </a:rPr>
              <a:t>vùng lưu localStorage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51663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Website hoạt động ở phía client, không dùng backend và cơ sở dữ liệu thật.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Dữ liệu sản phẩm được tổ chức trong js/data.js.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Giỏ hàng, tài khoản và đơn hàng mô phỏng được lưu bằng localStorage.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Các danh mục gồm điện thoại, laptop, máy tính bảng, tai nghe, sạc và loa.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0" y="2331720"/>
            <a:ext cx="4526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15" name="Image 0" descr="/mnt/data/report_assets/local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10301"/>
            <a:ext cx="4434840" cy="249459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0" y="5084064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Cơ chế lưu dữ liệu phía trình duyệt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lý thuyết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CÔNG NGHỆ PHÁT TRIỂN WEB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34440"/>
            <a:ext cx="6766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assets/web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05902"/>
            <a:ext cx="6675120" cy="3754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417320"/>
            <a:ext cx="3520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HTML5: xây dựng cấu trúc, thẻ semantic và biểu mẫu.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CSS3: màu sắc, bố cục, hiệu ứng hover và responsive.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Bootstrap 5: grid, component và utility class.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JavaScript: DOM, sự kiện, lọc/sắp xếp và giỏ hàng.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WebP: tối ưu hình ảnh sản phẩm.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18120" y="5074920"/>
            <a:ext cx="3429000" cy="50292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lý thuyết: hiểu rõ vai trò từng lớp công nghệ trước khi triển khai giao diện.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CLIENT - SERVER &amp; DỮ LIỆU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54864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assets/client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30" y="1280160"/>
            <a:ext cx="5169877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234440"/>
            <a:ext cx="5166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1" descr="/mnt/data/report_assets/data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480060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431596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Client tải tài nguyên tĩnh và thực thi logic phía trình duyệt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6400800" y="431596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Mô hình dữ liệu sản phẩm và trạng thái cục bộ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914400" y="4892040"/>
            <a:ext cx="10241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 tĩnh phân phối HTML, CSS, JS và hình ảnh.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Trình duyệt render giao diện, xử lý sự kiện và cập nhật DOM.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lưu cart, user và orders trong phạm vi demo.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chức năng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YÊU CẦU NGƯỜI DÙNG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5257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assets/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40180"/>
            <a:ext cx="5166360" cy="30998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298448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1" descr="/mnt/data/report_asset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60170"/>
            <a:ext cx="5257800" cy="32598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4773168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Tác nhân chính: người dùng truy cập website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6172200" y="477316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Cấu trúc điều hướng giữa các trang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914400" y="5230368"/>
            <a:ext cx="9692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Tìm kiếm, lọc và sắp xếp sản phẩm theo nhu cầu.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Xem chi tiết, chọn số lượng và thêm vào giỏ hàng.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Đăng nhập/đăng ký và gửi liên hệ ở mức mô phỏng.</a:t>
            </a:r>
            <a:endParaRPr lang="en-US" sz="1380" dirty="0"/>
          </a:p>
        </p:txBody>
      </p:sp>
      <p:sp>
        <p:nvSpPr>
          <p:cNvPr id="12" name="Shape 8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giao diện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BỐ CỤC </a:t>
            </a:r>
            <a:r>
              <a:rPr lang="vi-VN" sz="950" b="1" dirty="0">
                <a:solidFill>
                  <a:srgbClr val="2B8195"/>
                </a:solidFill>
              </a:rPr>
              <a:t>TRANG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55321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wireframes_drawio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01241"/>
            <a:ext cx="5440680" cy="33732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170432"/>
            <a:ext cx="5074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1" descr="/mnt/data/wireframes_drawio/image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42973"/>
            <a:ext cx="4983480" cy="30897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5715000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Thiết kế giao diện trang chủ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6446520" y="571500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Thiết kế giao diện trang chi tiết sản phẩm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giao diện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TRANG CHỦ PHONGTECH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15568"/>
            <a:ext cx="69494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update_assets/scree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60754"/>
            <a:ext cx="6858000" cy="42016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0" y="1417320"/>
            <a:ext cx="333756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Topbar hiển thị địa chỉ và số điện thoại.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Navbar có logo, menu, ô tìm kiếm, tài khoản và giỏ hàng.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Hero section giới thiệu thông điệp “Công nghệ phù hợp cho học tập và cuộc sống”.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Các danh mục giúp người dùng vào nhanh từng nhóm sản phẩm.</a:t>
            </a:r>
            <a:endParaRPr lang="en-US" sz="1430" dirty="0"/>
          </a:p>
        </p:txBody>
      </p:sp>
      <p:sp>
        <p:nvSpPr>
          <p:cNvPr id="8" name="Text 5"/>
          <p:cNvSpPr/>
          <p:nvPr/>
        </p:nvSpPr>
        <p:spPr>
          <a:xfrm>
            <a:off x="7909560" y="4892040"/>
            <a:ext cx="3337560" cy="68580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sử dụng tông xanh nhạt, khoảng trắng rộng và card bo góc để tạo cảm giác hiện đại, dễ nhìn.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 và chi tiết sản phẩm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HIỂN THỊ SẢN PHẨM THEO NHU CẦU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5532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update_assets/screen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7520"/>
            <a:ext cx="5440680" cy="3394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170432"/>
            <a:ext cx="50749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1" descr="/mnt/data/report_update_assets/screen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88439"/>
            <a:ext cx="4983480" cy="30731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971032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Trang danh mục có tìm kiếm, thương hiệu, khoảng giá và sắp xếp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6446520" y="5971032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E8790"/>
                </a:solidFill>
              </a:rPr>
              <a:t>Trang chi tiết hiển thị mô tả, giá, số lượng và nút thêm giỏ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trang tương tác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GIỎ HÀNG • TÀI KHOẢN • LIÊN HỆ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update_assets/screen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4258"/>
            <a:ext cx="3611880" cy="20322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98848" y="123444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8" name="Image 1" descr="/mnt/data/report_update_assets/scree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47097"/>
            <a:ext cx="3337560" cy="170660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38160" y="123444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10" name="Image 2" descr="/mnt/data/report_update_assets/scree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213595"/>
            <a:ext cx="3337560" cy="19736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5394960"/>
            <a:ext cx="3520440" cy="41148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hàng: tăng/giảm số lượng, xóa sản phẩm, tính tổng và đặt hàng mô phỏng.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617720" y="5394960"/>
            <a:ext cx="3154680" cy="41148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khoản: đăng nhập/đăng ký mô phỏng, lưu bằng trình duyệt.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247888" y="5394960"/>
            <a:ext cx="3154680" cy="41148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hệ: thông tin cửa hàng, mạng xã hội và form gửi lời nhắn.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JavaScript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DOM • SỰ KIỆN • LOCALSTORAGE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assets/func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94593"/>
            <a:ext cx="5349240" cy="2862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325880"/>
            <a:ext cx="475488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Đọc dữ liệu từ mảng sản phẩm trong data.js.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 card sản phẩm bằng DOM và template string.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Lọc theo danh mục, thương hiệu, khoảng giá và từ khóa.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Cập nhật giỏ hàng, số lượng, tổng tiền và badge navbar.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Kiểm tra dữ liệu form trước khi thông báo kết quả.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6446520" y="4709160"/>
            <a:ext cx="4617720" cy="77724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E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logic chính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0E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products.filter(...) → renderProducts(...)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0E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localStorage.setItem("phongtech_cart", ...)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và đánh giá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KẾT QUẢ THỰC NGHIỆM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E38"/>
                </a:solidFill>
              </a:rPr>
              <a:t>Tìm kiếm / lọc / sắp xếp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6052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90"/>
                </a:solidFill>
              </a:rPr>
              <a:t>Hoạt động đúng trên trang danh mục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719072"/>
            <a:ext cx="7269480" cy="0"/>
          </a:xfrm>
          <a:prstGeom prst="line">
            <a:avLst/>
          </a:prstGeom>
          <a:noFill/>
          <a:ln w="10160">
            <a:solidFill>
              <a:srgbClr val="C7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47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E38"/>
                </a:solidFill>
              </a:rPr>
              <a:t>Chi tiết sản phẩm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90"/>
                </a:solidFill>
              </a:rPr>
              <a:t>Lấy dữ liệu theo mã sản phẩm trên URL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2340864"/>
            <a:ext cx="7269480" cy="0"/>
          </a:xfrm>
          <a:prstGeom prst="line">
            <a:avLst/>
          </a:prstGeom>
          <a:noFill/>
          <a:ln w="10160">
            <a:solidFill>
              <a:srgbClr val="C7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69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E38"/>
                </a:solidFill>
              </a:rPr>
              <a:t>Giỏ hàng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25694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90"/>
                </a:solidFill>
              </a:rPr>
              <a:t>Lưu trạng thái bằng localStorage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2962656"/>
            <a:ext cx="7269480" cy="0"/>
          </a:xfrm>
          <a:prstGeom prst="line">
            <a:avLst/>
          </a:prstGeom>
          <a:noFill/>
          <a:ln w="10160">
            <a:solidFill>
              <a:srgbClr val="C7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912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E38"/>
                </a:solidFill>
              </a:rPr>
              <a:t>Form liên hệ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31912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90"/>
                </a:solidFill>
              </a:rPr>
              <a:t>Có kiểm tra dữ liệu đầu vào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584448"/>
            <a:ext cx="7269480" cy="0"/>
          </a:xfrm>
          <a:prstGeom prst="line">
            <a:avLst/>
          </a:prstGeom>
          <a:noFill/>
          <a:ln w="10160">
            <a:solidFill>
              <a:srgbClr val="C7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13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E38"/>
                </a:solidFill>
              </a:rPr>
              <a:t>Responsive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3813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790"/>
                </a:solidFill>
              </a:rPr>
              <a:t>Hiển thị tốt trên desktop, tablet và mobile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4206240"/>
            <a:ext cx="7269480" cy="0"/>
          </a:xfrm>
          <a:prstGeom prst="line">
            <a:avLst/>
          </a:prstGeom>
          <a:noFill/>
          <a:ln w="10160">
            <a:solidFill>
              <a:srgbClr val="C7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508760"/>
            <a:ext cx="3154680" cy="1920240"/>
          </a:xfrm>
          <a:prstGeom prst="rect">
            <a:avLst/>
          </a:prstGeom>
          <a:solidFill>
            <a:srgbClr val="FFF5F5"/>
          </a:solidFill>
          <a:ln w="12700">
            <a:solidFill>
              <a:srgbClr val="F2C1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hiện tại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backend, cơ sở dữ liệu thật, thanh toán trực tuyến và trang quản trị. Các chức năng giao dịch chỉ dừng ở mức mô phỏng.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8183880" y="3886200"/>
            <a:ext cx="3154680" cy="1280160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thống nhất, mã nguồn tách file rõ ràng, dữ liệu dễ thay đổi, phù hợp để mở rộng.</a:t>
            </a:r>
            <a:endParaRPr lang="en-US" sz="1330" dirty="0"/>
          </a:p>
        </p:txBody>
      </p:sp>
      <p:sp>
        <p:nvSpPr>
          <p:cNvPr id="22" name="Shape 20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8195"/>
                </a:solidFill>
              </a:rPr>
              <a:t>TỔNG KẾT ĐỒ ÁN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2B8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71600"/>
            <a:ext cx="530352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Hoàn thành website demo PhongTech với giao diện xanh nhạt, responsive và dễ sử dụng.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Vận dụng được HTML5, CSS3, Bootstrap 5, JavaScript, DOM và localStorage.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Triển khai được các trang chính: trang chủ, danh mục, chi tiết, giỏ hàng, đăng nhập và liên hệ.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Sản phẩm có thể dùng để trình bày môn học và phát triển tiếp trong tương lai.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E38"/>
                </a:solidFill>
              </a:rPr>
              <a:t>Hướng phát triển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938528"/>
            <a:ext cx="2240280" cy="347472"/>
          </a:xfrm>
          <a:prstGeom prst="rect">
            <a:avLst/>
          </a:prstGeom>
          <a:solidFill>
            <a:srgbClr val="DDF4FA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PHP/Node.js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8961120" y="1938528"/>
            <a:ext cx="2240280" cy="347472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 MySQL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6400800" y="2596896"/>
            <a:ext cx="2240280" cy="347472"/>
          </a:xfrm>
          <a:prstGeom prst="rect">
            <a:avLst/>
          </a:prstGeom>
          <a:solidFill>
            <a:srgbClr val="DDF4FA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quản trị sản phẩm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961120" y="2596896"/>
            <a:ext cx="2240280" cy="347472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trực tuyến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400800" y="3255264"/>
            <a:ext cx="2240280" cy="347472"/>
          </a:xfrm>
          <a:prstGeom prst="rect">
            <a:avLst/>
          </a:prstGeom>
          <a:solidFill>
            <a:srgbClr val="DDF4FA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và so sánh sản phẩm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961120" y="3255264"/>
            <a:ext cx="2240280" cy="347472"/>
          </a:xfrm>
          <a:prstGeom prst="rect">
            <a:avLst/>
          </a:prstGeom>
          <a:solidFill>
            <a:srgbClr val="EBF9FC"/>
          </a:solidFill>
          <a:ln w="12700">
            <a:solidFill>
              <a:srgbClr val="C7E6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4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Google / bảo mật tốt hơn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537960" y="4206240"/>
            <a:ext cx="4343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14" name="Image 0" descr="/mnt/data/report_update_assets/screen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82" y="4251960"/>
            <a:ext cx="2298357" cy="1417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207008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42E38"/>
                </a:solidFill>
              </a:rPr>
              <a:t>CẢM ƠN THẦY CÔ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42E38"/>
                </a:solidFill>
              </a:rPr>
              <a:t>VÀ CÁC BẠN ĐÃ LẮNG NGHE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987552" y="26974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8195"/>
                </a:solidFill>
              </a:rPr>
              <a:t>PhongTech • Website bán thiết bị điện tử và sản phẩm công nghệ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090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8790"/>
                </a:solidFill>
              </a:rPr>
              <a:t>Vòng Tiến Phong • DA25TTB • 110125130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60920" y="914400"/>
            <a:ext cx="4114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E6EE"/>
            </a:solidFill>
            <a:prstDash val="solid"/>
          </a:ln>
        </p:spPr>
      </p:sp>
      <p:pic>
        <p:nvPicPr>
          <p:cNvPr id="6" name="Image 0" descr="/mnt/data/report_update_assets/scree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922191"/>
            <a:ext cx="4023360" cy="24649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343400"/>
            <a:ext cx="1828800" cy="594360"/>
          </a:xfrm>
          <a:prstGeom prst="rect">
            <a:avLst/>
          </a:prstGeom>
          <a:solidFill>
            <a:srgbClr val="2B819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D7EE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8790"/>
                </a:solidFill>
              </a:rPr>
              <a:t>PhongTech • Đồ án môn học Thiết kế Web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73968" y="64830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195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1357</Words>
  <Application>Microsoft Office PowerPoint</Application>
  <PresentationFormat>Widescreen</PresentationFormat>
  <Paragraphs>179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Đại học Trà Vinh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PhongTech - Website bán thiết bị điện tử</dc:title>
  <dc:subject>Thuyết trình đồ án Thiết kế Web - PhongTech</dc:subject>
  <dc:creator>Vòng Tiến Phong</dc:creator>
  <cp:lastModifiedBy>tienphongvong@gmail.com</cp:lastModifiedBy>
  <cp:revision>2</cp:revision>
  <dcterms:created xsi:type="dcterms:W3CDTF">2026-07-19T16:18:16Z</dcterms:created>
  <dcterms:modified xsi:type="dcterms:W3CDTF">2026-07-22T07:44:00Z</dcterms:modified>
</cp:coreProperties>
</file>